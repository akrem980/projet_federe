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1828800" cy="182880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— LSI2 G1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Portal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des Rendez-vous Médicaux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1089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1089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31089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  ·  Version 1.0  ·  Soumission Finale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Problème Actuel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rendez-vous uniquement par téléphone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665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visibilité sur les disponibilités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gestion centralisée pour les médecins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d'erreurs et de doublons de créneaux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284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numérique des consultations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Notre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accessible 24h/7j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0665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disponibles en temps réel (AJAX)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24871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dédié par rôle (RBAC)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anti-doublon automatique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33284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complet : scheduled / completed / cancelled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4300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9903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2527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Centralisée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184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application pour patients, médecins et administrateurs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9903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99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2527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RBAC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6184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bcrypt, sessions PHP, contrôle d'accès par rôle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5511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Intelligente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169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en temps réel, anti-doublon, gestion des statuts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441448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974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5511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Dédiés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9169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spécialisées pour patient, médecin et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39896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9592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8496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2153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· Logique Métier · Données (PHP/MySQL)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739896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99592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8496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UX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2153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SQL, AJAX asynchrone, design responsive moderne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Scrum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18288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33172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Base de Données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34440"/>
            <a:ext cx="23317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34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6642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Créneaux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Réservation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33172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34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16642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Admin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 v1.0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Cérémonies Scrum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1920240" cy="1554480"/>
          </a:xfrm>
          <a:prstGeom prst="rect">
            <a:avLst/>
          </a:prstGeom>
          <a:solidFill>
            <a:srgbClr val="13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3090672"/>
            <a:ext cx="1920240" cy="1554480"/>
          </a:xfrm>
          <a:prstGeom prst="rect">
            <a:avLst/>
          </a:prstGeom>
          <a:solidFill>
            <a:srgbClr val="13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606040" y="382219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090672"/>
            <a:ext cx="1920240" cy="1554480"/>
          </a:xfrm>
          <a:prstGeom prst="rect">
            <a:avLst/>
          </a:prstGeom>
          <a:solidFill>
            <a:srgbClr val="13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54880" y="382219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3090672"/>
            <a:ext cx="1920240" cy="1554480"/>
          </a:xfrm>
          <a:prstGeom prst="rect">
            <a:avLst/>
          </a:prstGeom>
          <a:solidFill>
            <a:srgbClr val="1328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03720" y="382219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: Product Backlog  ·  Sprint Backlog  ·  Incrément  ·  Definition of Done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 l'Équipe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2606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du backlog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78992"/>
            <a:ext cx="26060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78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des sprints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des obstacles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vélocité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78992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78992"/>
            <a:ext cx="2606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78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Développeur(s)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4231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PHP/MySQL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HTML/CSS/JS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intégration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 par Sprint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63440"/>
          <a:ext cx="8412480" cy="41148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402336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Livrées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Auth, DB, Pages de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 à US-07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Recherche, Réservation,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US-08 à US-16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Settings, Admin,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US-17 à US-20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— Vue d'Ensemble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688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46888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241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46888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241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Complétées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329184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  <a:gridCol w="9144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 (résumé)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 d'un nouvel utilisateur avec 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via email ou téléphone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médecin par spécialité et ville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Afficher créneaux disponibles (AJAX)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Réserver un rendez-vous en un clic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médecin avec onglets Today/Upcoming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Changement de mot de passe sécurisé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 administrateur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autres User Stories complétées — voir documentation complète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Système — 3-Tiers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51560"/>
            <a:ext cx="2743200" cy="3703320"/>
          </a:xfrm>
          <a:prstGeom prst="rect">
            <a:avLst/>
          </a:prstGeom>
          <a:solidFill>
            <a:srgbClr val="0D1F3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HealthCare.html (Login)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5798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PHP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145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39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Fetch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292608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43200" cy="370332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config.php (RBAC Auth)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15798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login/register_process.php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book_appointment.php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145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manage_appointment.php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639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get_slots.php (JSON API)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92608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051560"/>
            <a:ext cx="2743200" cy="370332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6642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5.5+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15798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normalisées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étrangères CASCADE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145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Index de 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639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Specialties préchargées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 : bcrypt · PHP Sessions · RBAC · mysqli_real_escape_string · htmlspecialchars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Implémentées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Authentification &amp; RBAC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 / Déconnexion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 : Patient, Médecin, 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4140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bcrypt + Sessions PHP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Recherche de Médecins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: spécialité + ville + nom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responsive (grid CSS)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24140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colonnes adaptatives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0488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Réservation de Créneaux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Modale interactive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0488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AJAX en temps réel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24140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Anti-doublon côté serveur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Dashboard Médecin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657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compteurs statistiques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4041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Today / Upcoming / 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44256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Complete / Cancel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0632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Dashboard Patient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3657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rendez-vous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4041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statut colorés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44256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à Find Doctors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30632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90488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Paramètres Utilisateur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0488" y="3657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du profil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0488" y="4041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mot de passe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44256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sécurisée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Démonstration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7899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533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Patient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9105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 avec rôle Patient → redirection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533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17043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Médecin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59105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Cardiology → voir les cartes des médecins disponibles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0487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791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4963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Créneau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1693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modale → choisir date → créneaux AJAX → sélectionner 09:00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40487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6791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4963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RDV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91693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'Confirm' → anti-doublon → succès + message flash vert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3075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050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8221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Médecin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24281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→ Login médecin → redirection dashboard_doctor.php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3075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40050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8221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RDV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24281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Upcoming → voir le rendez-vous → clic 'Complete'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Rencontrés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7899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25603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256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1338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Synchronisation des créneaux horaires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4447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AJAX avec get_slots.php retournant du JSON ; vérification côté serveur à l'insertion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65376"/>
            <a:ext cx="25603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65376"/>
            <a:ext cx="256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Contrôle d'accès par rôle (RBAC)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2311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Fonction checkAuth() dans config.php appelée en tête de chaque page protégée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51760"/>
            <a:ext cx="25603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51760"/>
            <a:ext cx="256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066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Prévention des doublons de réservation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0175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Requête préparée CHECK avant INSERT dans book_appointment.php avec statut != 'cancelled'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3814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38144"/>
            <a:ext cx="25603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38144"/>
            <a:ext cx="256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493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Sécurisation des entrées utilisateur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380390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mysqli_real_escape_string + htmlspecialchars + requêtes préparées bind_param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224528"/>
            <a:ext cx="25603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24528"/>
            <a:ext cx="2560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2793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Interface responsive multi-écrans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5902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CSS Grid avec breakpoints (@media), variables CSS globales pour la cohérence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&amp; Perspectives Futures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606040" cy="173736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Email/SMS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automatique de RDV et rappels avant consultation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2606040" cy="173736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280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9019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d'Évaluation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et avis des patients après consultation, score médecin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606040" cy="173736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280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9019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React Native ou PWA pour iOS et Android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606040" cy="173736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00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2FA, OAuth2 Google/LinkedIn, JWT pour API REST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3017520"/>
            <a:ext cx="2606040" cy="173736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200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Analytiques Avancées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de fréquentation, taux d'occupation, rapports PDF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3017520"/>
            <a:ext cx="2606040" cy="1737360"/>
          </a:xfrm>
          <a:prstGeom prst="rect">
            <a:avLst/>
          </a:prstGeom>
          <a:solidFill>
            <a:srgbClr val="0D1F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200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Recommandations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de médecin basée sur historique et localisation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371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Healthcare Portal est une application web complète développée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 Sprints Scrum sur 6 semaines.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 Stories complétées à 100%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243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RBAC complet : Patient · Médecin · 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998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en temps réel avec anti-doublon AJAX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027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7530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 sécurisée (bcrypt, sessions, index SQL)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5079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 moderne — DM Sans Design System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Merci de votre attention  ·  Questions &amp; Réponses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Portal — Présentation Finale</dc:title>
  <dc:subject>PptxGenJS Presentation</dc:subject>
  <dc:creator>LSI2 Groupe G1</dc:creator>
  <cp:lastModifiedBy>LSI2 Groupe G1</cp:lastModifiedBy>
  <cp:revision>1</cp:revision>
  <dcterms:created xsi:type="dcterms:W3CDTF">2026-04-17T21:01:23Z</dcterms:created>
  <dcterms:modified xsi:type="dcterms:W3CDTF">2026-04-17T21:01:23Z</dcterms:modified>
</cp:coreProperties>
</file>